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0" r:id="rId10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85725" indent="0" algn="l"/>
            <a:r>
              <a:rPr lang="en-US" sz="1200" dirty="0">
                <a:solidFill>
                  <a:schemeClr val="tx1"/>
                </a:solidFill>
              </a:rPr>
              <a:t>Develop a real-time AI system that detects whether a video, image, or live webcam feed is </a:t>
            </a:r>
            <a:r>
              <a:rPr lang="en-US" sz="1200" b="1" dirty="0">
                <a:solidFill>
                  <a:schemeClr val="tx1"/>
                </a:solidFill>
              </a:rPr>
              <a:t>real or deepfake</a:t>
            </a:r>
            <a:r>
              <a:rPr lang="en-US" sz="1200" dirty="0">
                <a:solidFill>
                  <a:schemeClr val="tx1"/>
                </a:solidFill>
              </a:rPr>
              <a:t> using deep learning models accelerated by AMD hardware.</a:t>
            </a:r>
          </a:p>
          <a:p>
            <a:pPr marL="85725" indent="0" algn="l"/>
            <a:endParaRPr lang="en-US" sz="1200" dirty="0">
              <a:solidFill>
                <a:schemeClr val="tx1"/>
              </a:solidFill>
            </a:endParaRPr>
          </a:p>
          <a:p>
            <a:pPr marL="85725" indent="0" algn="l"/>
            <a:r>
              <a:rPr lang="en-US" sz="1200" dirty="0">
                <a:solidFill>
                  <a:schemeClr val="tx1"/>
                </a:solidFill>
              </a:rPr>
              <a:t>How it Works: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Captures input from webcam or video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Extracts frames and analyzes facial features using CNN models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Runs inference using AMD GPU acceleration with </a:t>
            </a:r>
            <a:r>
              <a:rPr lang="en-US" sz="1200" dirty="0" err="1"/>
              <a:t>ROCm</a:t>
            </a:r>
            <a:endParaRPr lang="en-US" sz="1200" dirty="0"/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Displays </a:t>
            </a:r>
            <a:r>
              <a:rPr lang="en-US" sz="1200" b="1" dirty="0"/>
              <a:t>REAL / FAKE result with confidence score</a:t>
            </a:r>
            <a:r>
              <a:rPr lang="en-US" sz="1200" dirty="0"/>
              <a:t> instantly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85725" indent="0" algn="l">
              <a:buClr>
                <a:schemeClr val="tx1"/>
              </a:buClr>
              <a:buSzPct val="100000"/>
            </a:pPr>
            <a:r>
              <a:rPr lang="en-US" sz="1200" dirty="0">
                <a:solidFill>
                  <a:schemeClr val="tx1"/>
                </a:solidFill>
              </a:rPr>
              <a:t>Innovation: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Real-time detection with low latency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/>
              <a:t>Optimized using AMD GPUs</a:t>
            </a:r>
          </a:p>
          <a:p>
            <a:pPr marL="257175" indent="-1714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Demonstrates faster performance compared to CPU systems</a:t>
            </a:r>
          </a:p>
          <a:p>
            <a:pPr marL="85725" indent="0" algn="l">
              <a:buClr>
                <a:schemeClr val="tx1"/>
              </a:buClr>
              <a:buSzPct val="100000"/>
            </a:pPr>
            <a:endParaRPr lang="en-IN" sz="1200" dirty="0"/>
          </a:p>
          <a:p>
            <a:pPr marL="85725" indent="0" algn="l">
              <a:buClr>
                <a:schemeClr val="tx1"/>
              </a:buClr>
              <a:buSzPct val="100000"/>
            </a:pPr>
            <a:r>
              <a:rPr lang="en-IN" sz="1200" dirty="0"/>
              <a:t>Impact:</a:t>
            </a:r>
          </a:p>
          <a:p>
            <a:pPr marL="85725" indent="0" algn="l">
              <a:buClr>
                <a:schemeClr val="tx1"/>
              </a:buClr>
              <a:buSzPct val="100000"/>
            </a:pPr>
            <a:r>
              <a:rPr lang="en-US" sz="1200" dirty="0"/>
              <a:t>Helps prevent misinformation, fake media spread, and digital fraud in social media, news, and cybersecurity.</a:t>
            </a:r>
          </a:p>
          <a:p>
            <a:pPr marL="85725" indent="0" algn="l">
              <a:buClr>
                <a:schemeClr val="tx1"/>
              </a:buClr>
              <a:buSzPct val="100000"/>
            </a:pPr>
            <a:endParaRPr lang="en-US" sz="1200" dirty="0">
              <a:solidFill>
                <a:schemeClr val="tx1"/>
              </a:solidFill>
            </a:endParaRPr>
          </a:p>
          <a:p>
            <a:pPr marL="85725" indent="0" algn="l">
              <a:buClr>
                <a:schemeClr val="tx1"/>
              </a:buClr>
              <a:buSzPct val="100000"/>
            </a:pPr>
            <a:r>
              <a:rPr lang="en-US" sz="1200" dirty="0">
                <a:solidFill>
                  <a:schemeClr val="tx1"/>
                </a:solidFill>
              </a:rPr>
              <a:t>Outcome:</a:t>
            </a:r>
          </a:p>
          <a:p>
            <a:pPr marL="85725" indent="0" algn="l">
              <a:buClr>
                <a:schemeClr val="tx1"/>
              </a:buClr>
              <a:buSzPct val="100000"/>
            </a:pPr>
            <a:r>
              <a:rPr lang="en-US" sz="1200" dirty="0"/>
              <a:t>A fast, accurate, and scalable deepfake detection system powered by AMD AI ecosystem.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418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</a:p>
          <a:p>
            <a:pPr marL="714375" lvl="4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Optimized for AMD GPUs using </a:t>
            </a:r>
            <a:r>
              <a:rPr lang="en-US" sz="1200" dirty="0" err="1"/>
              <a:t>ROCm</a:t>
            </a:r>
            <a:r>
              <a:rPr lang="en-US" sz="1200" dirty="0"/>
              <a:t> instead of NVIDIA-dependent solutions</a:t>
            </a:r>
          </a:p>
          <a:p>
            <a:pPr marL="714375" lvl="4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Performs </a:t>
            </a:r>
            <a:r>
              <a:rPr lang="en-US" sz="1200" b="1" dirty="0"/>
              <a:t>real-time detection on live webcam and edge devices</a:t>
            </a:r>
            <a:r>
              <a:rPr lang="en-US" sz="1200" dirty="0"/>
              <a:t>, not just offline analysis</a:t>
            </a:r>
          </a:p>
          <a:p>
            <a:pPr marL="714375" lvl="4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Includes </a:t>
            </a:r>
            <a:r>
              <a:rPr lang="en-US" sz="1200" b="1" dirty="0"/>
              <a:t>performance benchmarking showing faster inference on AMD hardware</a:t>
            </a:r>
          </a:p>
          <a:p>
            <a:pPr marL="714375" lvl="4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Lightweight and deployable on consumer AMD systems</a:t>
            </a:r>
          </a:p>
          <a:p>
            <a:pPr marL="425450" lvl="2" indent="-28575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</a:p>
          <a:p>
            <a:pPr marL="714375" lvl="0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Instantly analyzes video frames and detects manipulated content</a:t>
            </a:r>
          </a:p>
          <a:p>
            <a:pPr marL="714375" lvl="0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Alerts users with </a:t>
            </a:r>
            <a:r>
              <a:rPr lang="en-US" sz="1200" b="1" dirty="0"/>
              <a:t>REAL / FAKE result and confidence score</a:t>
            </a:r>
            <a:r>
              <a:rPr lang="en-US" sz="1200" dirty="0"/>
              <a:t> before sharing</a:t>
            </a:r>
          </a:p>
          <a:p>
            <a:pPr marL="714375" lvl="0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Helps prevent misinformation, identity fraud, and fake media spread</a:t>
            </a:r>
          </a:p>
          <a:p>
            <a:pPr marL="714375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Can integrate with social media, video calls, and verification platforms</a:t>
            </a:r>
          </a:p>
          <a:p>
            <a:pPr marL="714375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</a:p>
          <a:p>
            <a:pPr marL="714375" lvl="1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Real-time, AMD-accelerated deepfake detection with low latency</a:t>
            </a:r>
          </a:p>
          <a:p>
            <a:pPr marL="714375" lvl="1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Edge-ready solution that works without cloud dependency</a:t>
            </a:r>
          </a:p>
          <a:p>
            <a:pPr marL="714375" lvl="1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Faster and more cost-efficient than CPU-based systems</a:t>
            </a:r>
          </a:p>
          <a:p>
            <a:pPr marL="714375" lvl="1" indent="-177800">
              <a:lnSpc>
                <a:spcPct val="115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Practical deployment with dashboard and live monitoring</a:t>
            </a: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endParaRPr dirty="0"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Real-Time Detection:</a:t>
            </a:r>
            <a:r>
              <a:rPr lang="en-US" sz="1400" dirty="0">
                <a:solidFill>
                  <a:schemeClr val="tx1"/>
                </a:solidFill>
              </a:rPr>
              <a:t> Identifies deepfakes instantly from webcam, video, or image input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AMD GPU Acceleration:</a:t>
            </a:r>
            <a:r>
              <a:rPr lang="en-US" sz="1400" dirty="0">
                <a:solidFill>
                  <a:schemeClr val="tx1"/>
                </a:solidFill>
              </a:rPr>
              <a:t> Uses </a:t>
            </a:r>
            <a:r>
              <a:rPr lang="en-US" sz="1400" dirty="0" err="1">
                <a:solidFill>
                  <a:schemeClr val="tx1"/>
                </a:solidFill>
              </a:rPr>
              <a:t>ROCm</a:t>
            </a:r>
            <a:r>
              <a:rPr lang="en-US" sz="1400" dirty="0">
                <a:solidFill>
                  <a:schemeClr val="tx1"/>
                </a:solidFill>
              </a:rPr>
              <a:t> on AMD GPUs for fast inference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High Accuracy AI Model:</a:t>
            </a:r>
            <a:r>
              <a:rPr lang="en-US" sz="1400" dirty="0">
                <a:solidFill>
                  <a:schemeClr val="tx1"/>
                </a:solidFill>
              </a:rPr>
              <a:t> Deep learning model trained to detect facial manipulation artifacts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Confidence Score Output:</a:t>
            </a:r>
            <a:r>
              <a:rPr lang="en-US" sz="1400" dirty="0">
                <a:solidFill>
                  <a:schemeClr val="tx1"/>
                </a:solidFill>
              </a:rPr>
              <a:t> Displays REAL / FAKE result with probability percentage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Live Monitoring Dashboard:</a:t>
            </a:r>
            <a:r>
              <a:rPr lang="en-US" sz="1400" dirty="0">
                <a:solidFill>
                  <a:schemeClr val="tx1"/>
                </a:solidFill>
              </a:rPr>
              <a:t> User-friendly interface with real-time results and alerts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Fake Region Highlighting:</a:t>
            </a:r>
            <a:r>
              <a:rPr lang="en-US" sz="1400" dirty="0">
                <a:solidFill>
                  <a:schemeClr val="tx1"/>
                </a:solidFill>
              </a:rPr>
              <a:t> Visual heatmap showing manipulated areas of the face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Edge Deployment Support:</a:t>
            </a:r>
            <a:r>
              <a:rPr lang="en-US" sz="1400" dirty="0">
                <a:solidFill>
                  <a:schemeClr val="tx1"/>
                </a:solidFill>
              </a:rPr>
              <a:t> Runs locally on AMD Ryzen AI devices without cloud dependency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Performance Benchmarking:</a:t>
            </a:r>
            <a:r>
              <a:rPr lang="en-US" sz="1400" dirty="0">
                <a:solidFill>
                  <a:schemeClr val="tx1"/>
                </a:solidFill>
              </a:rPr>
              <a:t> Shows speed comparison between CPU and AMD GPU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Multi-Format Support:</a:t>
            </a:r>
            <a:r>
              <a:rPr lang="en-US" sz="1400" dirty="0">
                <a:solidFill>
                  <a:schemeClr val="tx1"/>
                </a:solidFill>
              </a:rPr>
              <a:t> Works with live video, recorded video, and images</a:t>
            </a: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Scalable Integration:</a:t>
            </a:r>
            <a:r>
              <a:rPr lang="en-US" sz="1400" dirty="0">
                <a:solidFill>
                  <a:schemeClr val="tx1"/>
                </a:solidFill>
              </a:rPr>
              <a:t> Can be integrated into social media, video conferencing, and security systems</a:t>
            </a:r>
          </a:p>
          <a:p>
            <a:pPr marL="285750" lvl="0" indent="-285750" algn="l">
              <a:buSzPct val="100000"/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/>
            <a:endParaRPr sz="14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A5780-58AE-E001-4799-51DE10C15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26710"/>
            <a:ext cx="4334480" cy="2972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04F9A2-7392-CADE-225D-1C4D1BC17F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55" r="-1"/>
          <a:stretch>
            <a:fillRect/>
          </a:stretch>
        </p:blipFill>
        <p:spPr>
          <a:xfrm>
            <a:off x="4622006" y="1849075"/>
            <a:ext cx="4334480" cy="2172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3773B-F0FC-7EA4-38CC-2CE00A1B8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731" y="1525180"/>
            <a:ext cx="2353003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92079-3FCB-360F-5004-336A62E0C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107748"/>
            <a:ext cx="9144000" cy="1199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311700" y="1121570"/>
            <a:ext cx="8520600" cy="3857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/>
            <a:r>
              <a:rPr lang="en-IN" sz="1400" dirty="0">
                <a:solidFill>
                  <a:schemeClr val="tx1"/>
                </a:solidFill>
              </a:rPr>
              <a:t>Hardware:</a:t>
            </a:r>
          </a:p>
          <a:p>
            <a:pPr marL="285750" lvl="0" indent="-285750" algn="l"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AMD Radeon / AMD Instinct GPU – AI acceleration</a:t>
            </a:r>
          </a:p>
          <a:p>
            <a:pPr marL="285750" lvl="0" indent="-285750" algn="l"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AMD </a:t>
            </a:r>
            <a:r>
              <a:rPr lang="en-IN" sz="1200" dirty="0" err="1">
                <a:solidFill>
                  <a:schemeClr val="tx1"/>
                </a:solidFill>
              </a:rPr>
              <a:t>Ryzen</a:t>
            </a:r>
            <a:r>
              <a:rPr lang="en-IN" sz="1200" dirty="0">
                <a:solidFill>
                  <a:schemeClr val="tx1"/>
                </a:solidFill>
              </a:rPr>
              <a:t> Processor – Edge and system processing</a:t>
            </a:r>
          </a:p>
          <a:p>
            <a:pPr marL="285750" lvl="0" indent="-285750" algn="l">
              <a:buSzPct val="100000"/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</a:endParaRPr>
          </a:p>
          <a:p>
            <a:pPr marL="0" lvl="0" indent="0" algn="l"/>
            <a:r>
              <a:rPr lang="en-IN" sz="1400" dirty="0">
                <a:solidFill>
                  <a:schemeClr val="tx1"/>
                </a:solidFill>
              </a:rPr>
              <a:t>AMD AI Stack: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ROCm</a:t>
            </a:r>
            <a:r>
              <a:rPr lang="en-IN" sz="1200" dirty="0">
                <a:solidFill>
                  <a:schemeClr val="tx1"/>
                </a:solidFill>
              </a:rPr>
              <a:t> – GPU acceleration for training and inference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ONNX Runtime – Optimized model execution on AMD hardware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</a:endParaRPr>
          </a:p>
          <a:p>
            <a:pPr marL="0" lvl="0" indent="0" algn="l"/>
            <a:r>
              <a:rPr lang="en-IN" sz="1400" dirty="0">
                <a:solidFill>
                  <a:schemeClr val="tx1"/>
                </a:solidFill>
              </a:rPr>
              <a:t>AI / ML Development: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Python – Core programming language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PyTorch</a:t>
            </a:r>
            <a:r>
              <a:rPr lang="en-IN" sz="1200" dirty="0">
                <a:solidFill>
                  <a:schemeClr val="tx1"/>
                </a:solidFill>
              </a:rPr>
              <a:t> (</a:t>
            </a:r>
            <a:r>
              <a:rPr lang="en-IN" sz="1200" dirty="0" err="1">
                <a:solidFill>
                  <a:schemeClr val="tx1"/>
                </a:solidFill>
              </a:rPr>
              <a:t>ROCm</a:t>
            </a:r>
            <a:r>
              <a:rPr lang="en-IN" sz="1200" dirty="0">
                <a:solidFill>
                  <a:schemeClr val="tx1"/>
                </a:solidFill>
              </a:rPr>
              <a:t>) – Deepfake detection model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OpenCV – Video and frame processing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</a:endParaRPr>
          </a:p>
          <a:p>
            <a:pPr marL="0" lvl="0" indent="0" algn="l"/>
            <a:r>
              <a:rPr lang="en-IN" sz="1400" dirty="0">
                <a:solidFill>
                  <a:schemeClr val="tx1"/>
                </a:solidFill>
              </a:rPr>
              <a:t>Frontend / Interface: 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Streamlit</a:t>
            </a:r>
            <a:r>
              <a:rPr lang="en-IN" sz="1200" dirty="0">
                <a:solidFill>
                  <a:schemeClr val="tx1"/>
                </a:solidFill>
              </a:rPr>
              <a:t> / Flask – Real-time detection dashboard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HTML, CSS, JavaScript – User interface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</a:endParaRPr>
          </a:p>
          <a:p>
            <a:pPr marL="0" lvl="0" indent="0" algn="l"/>
            <a:r>
              <a:rPr lang="en-IN" sz="1400" dirty="0">
                <a:solidFill>
                  <a:schemeClr val="tx1"/>
                </a:solidFill>
              </a:rPr>
              <a:t>Tools &amp; Deployment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GitHub – Version control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Docker – Deployment and portability</a:t>
            </a:r>
          </a:p>
          <a:p>
            <a:pPr marL="285750" lvl="0" indent="-28575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Deepfake Dataset (</a:t>
            </a:r>
            <a:r>
              <a:rPr lang="en-IN" sz="1200" dirty="0" err="1">
                <a:solidFill>
                  <a:schemeClr val="tx1"/>
                </a:solidFill>
              </a:rPr>
              <a:t>FaceForensics</a:t>
            </a:r>
            <a:r>
              <a:rPr lang="en-IN" sz="1200" dirty="0">
                <a:solidFill>
                  <a:schemeClr val="tx1"/>
                </a:solidFill>
              </a:rPr>
              <a:t>++) – Model training</a:t>
            </a:r>
            <a:endParaRPr lang="en-IN" sz="12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IN" sz="1400" dirty="0">
                <a:solidFill>
                  <a:schemeClr val="tx1"/>
                </a:solidFill>
              </a:rPr>
              <a:t>AMD GPU Acceleration: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AMD Radeon / AMD Instinct GPUs used to run deep learning models for fast deepfake detection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Provides high-performance parallel processing for real-time inference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AMD </a:t>
            </a:r>
            <a:r>
              <a:rPr lang="en-IN" sz="1400" dirty="0" err="1">
                <a:solidFill>
                  <a:schemeClr val="tx1"/>
                </a:solidFill>
              </a:rPr>
              <a:t>ROCm</a:t>
            </a:r>
            <a:r>
              <a:rPr lang="en-IN" sz="1400" dirty="0">
                <a:solidFill>
                  <a:schemeClr val="tx1"/>
                </a:solidFill>
              </a:rPr>
              <a:t> Platform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ROCm</a:t>
            </a:r>
            <a:r>
              <a:rPr lang="en-US" sz="1200" dirty="0">
                <a:solidFill>
                  <a:schemeClr val="tx1"/>
                </a:solidFill>
              </a:rPr>
              <a:t> used to train and deploy </a:t>
            </a:r>
            <a:r>
              <a:rPr lang="en-US" sz="1200" dirty="0" err="1">
                <a:solidFill>
                  <a:schemeClr val="tx1"/>
                </a:solidFill>
              </a:rPr>
              <a:t>PyTorch</a:t>
            </a:r>
            <a:r>
              <a:rPr lang="en-US" sz="1200" dirty="0">
                <a:solidFill>
                  <a:schemeClr val="tx1"/>
                </a:solidFill>
              </a:rPr>
              <a:t> deep learning models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Enables GPU acceleration, reducing detection time and improving efficiency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AMD Ryzen Processor (Edge Deployment)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AMD Ryzen CPU used for system control, preprocessing, and running edge AI locally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Supports real-time detection without cloud dependency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Performance Optimization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Demonstrates faster processing compared to CPU-only systems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Shows efficient utilization of AMD hardware for AI workloads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Scalable AMD AI Ecosystem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Solution can scale from Ryzen AI edge devices to AMD Instinct data center GPUs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Showcases AMD end-to-end AI capability from edge to server</a:t>
            </a:r>
          </a:p>
          <a:p>
            <a:pPr algn="l"/>
            <a:endParaRPr lang="en-IN" sz="1400" dirty="0">
              <a:solidFill>
                <a:schemeClr val="tx1"/>
              </a:solidFill>
            </a:endParaRPr>
          </a:p>
          <a:p>
            <a:pPr algn="l"/>
            <a:endParaRPr lang="en-IN" sz="1400" dirty="0">
              <a:solidFill>
                <a:schemeClr val="tx1"/>
              </a:solidFill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On-screen Show (16:9)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Poppins</vt:lpstr>
      <vt:lpstr>Arial</vt:lpstr>
      <vt:lpstr>Simple Light</vt:lpstr>
      <vt:lpstr>PowerPoint Presentation</vt:lpstr>
      <vt:lpstr>Brief about the idea</vt:lpstr>
      <vt:lpstr>Opportunities</vt:lpstr>
      <vt:lpstr>List of features offered by the solution</vt:lpstr>
      <vt:lpstr>Process flow diagram or Use-case diagram</vt:lpstr>
      <vt:lpstr>Architecture diagram of the proposed solution</vt:lpstr>
      <vt:lpstr>Technologies to be used in the solution</vt:lpstr>
      <vt:lpstr>Usage of AMD Products/Solutions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Jeyanth S</cp:lastModifiedBy>
  <cp:revision>1</cp:revision>
  <dcterms:modified xsi:type="dcterms:W3CDTF">2026-03-01T13:10:26Z</dcterms:modified>
</cp:coreProperties>
</file>